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6" r:id="rId13"/>
    <p:sldId id="268" r:id="rId14"/>
    <p:sldId id="269" r:id="rId15"/>
    <p:sldId id="270" r:id="rId16"/>
    <p:sldId id="271" r:id="rId17"/>
    <p:sldId id="272" r:id="rId18"/>
    <p:sldId id="277" r:id="rId19"/>
    <p:sldId id="278" r:id="rId20"/>
    <p:sldId id="273" r:id="rId21"/>
    <p:sldId id="279" r:id="rId22"/>
    <p:sldId id="274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37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Shorter" userId="755fde98-7d6a-4e3f-b457-9c24d3102ced" providerId="ADAL" clId="{377FA0DE-FB91-4E46-B74D-BA302BF4986A}"/>
    <pc:docChg chg="undo custSel addSld delSld modSld">
      <pc:chgData name="John Shorter" userId="755fde98-7d6a-4e3f-b457-9c24d3102ced" providerId="ADAL" clId="{377FA0DE-FB91-4E46-B74D-BA302BF4986A}" dt="2025-01-24T16:04:58.579" v="962" actId="20577"/>
      <pc:docMkLst>
        <pc:docMk/>
      </pc:docMkLst>
      <pc:sldChg chg="modSp mod">
        <pc:chgData name="John Shorter" userId="755fde98-7d6a-4e3f-b457-9c24d3102ced" providerId="ADAL" clId="{377FA0DE-FB91-4E46-B74D-BA302BF4986A}" dt="2025-01-24T16:04:58.579" v="962" actId="20577"/>
        <pc:sldMkLst>
          <pc:docMk/>
          <pc:sldMk cId="0" sldId="256"/>
        </pc:sldMkLst>
        <pc:spChg chg="mod">
          <ac:chgData name="John Shorter" userId="755fde98-7d6a-4e3f-b457-9c24d3102ced" providerId="ADAL" clId="{377FA0DE-FB91-4E46-B74D-BA302BF4986A}" dt="2025-01-24T16:04:58.579" v="962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John Shorter" userId="755fde98-7d6a-4e3f-b457-9c24d3102ced" providerId="ADAL" clId="{377FA0DE-FB91-4E46-B74D-BA302BF4986A}" dt="2025-01-24T14:57:27.344" v="7" actId="122"/>
        <pc:sldMkLst>
          <pc:docMk/>
          <pc:sldMk cId="0" sldId="259"/>
        </pc:sldMkLst>
        <pc:spChg chg="mod">
          <ac:chgData name="John Shorter" userId="755fde98-7d6a-4e3f-b457-9c24d3102ced" providerId="ADAL" clId="{377FA0DE-FB91-4E46-B74D-BA302BF4986A}" dt="2025-01-24T14:57:27.344" v="7" actId="122"/>
          <ac:spMkLst>
            <pc:docMk/>
            <pc:sldMk cId="0" sldId="259"/>
            <ac:spMk id="73" creationId="{00000000-0000-0000-0000-000000000000}"/>
          </ac:spMkLst>
        </pc:spChg>
      </pc:sldChg>
      <pc:sldChg chg="modSp mod">
        <pc:chgData name="John Shorter" userId="755fde98-7d6a-4e3f-b457-9c24d3102ced" providerId="ADAL" clId="{377FA0DE-FB91-4E46-B74D-BA302BF4986A}" dt="2025-01-24T14:57:32.272" v="8" actId="122"/>
        <pc:sldMkLst>
          <pc:docMk/>
          <pc:sldMk cId="0" sldId="260"/>
        </pc:sldMkLst>
        <pc:spChg chg="mod">
          <ac:chgData name="John Shorter" userId="755fde98-7d6a-4e3f-b457-9c24d3102ced" providerId="ADAL" clId="{377FA0DE-FB91-4E46-B74D-BA302BF4986A}" dt="2025-01-24T14:57:32.272" v="8" actId="122"/>
          <ac:spMkLst>
            <pc:docMk/>
            <pc:sldMk cId="0" sldId="260"/>
            <ac:spMk id="80" creationId="{00000000-0000-0000-0000-000000000000}"/>
          </ac:spMkLst>
        </pc:spChg>
      </pc:sldChg>
      <pc:sldChg chg="addSp delSp modSp mod">
        <pc:chgData name="John Shorter" userId="755fde98-7d6a-4e3f-b457-9c24d3102ced" providerId="ADAL" clId="{377FA0DE-FB91-4E46-B74D-BA302BF4986A}" dt="2025-01-24T14:57:37.317" v="9" actId="122"/>
        <pc:sldMkLst>
          <pc:docMk/>
          <pc:sldMk cId="0" sldId="261"/>
        </pc:sldMkLst>
        <pc:spChg chg="mod">
          <ac:chgData name="John Shorter" userId="755fde98-7d6a-4e3f-b457-9c24d3102ced" providerId="ADAL" clId="{377FA0DE-FB91-4E46-B74D-BA302BF4986A}" dt="2025-01-24T14:57:37.317" v="9" actId="122"/>
          <ac:spMkLst>
            <pc:docMk/>
            <pc:sldMk cId="0" sldId="261"/>
            <ac:spMk id="88" creationId="{00000000-0000-0000-0000-000000000000}"/>
          </ac:spMkLst>
        </pc:spChg>
        <pc:picChg chg="add mod">
          <ac:chgData name="John Shorter" userId="755fde98-7d6a-4e3f-b457-9c24d3102ced" providerId="ADAL" clId="{377FA0DE-FB91-4E46-B74D-BA302BF4986A}" dt="2025-01-24T12:49:51.671" v="2" actId="1076"/>
          <ac:picMkLst>
            <pc:docMk/>
            <pc:sldMk cId="0" sldId="261"/>
            <ac:picMk id="2" creationId="{0486CCF9-8966-DD87-39A2-96B83B9FA143}"/>
          </ac:picMkLst>
        </pc:picChg>
        <pc:picChg chg="del">
          <ac:chgData name="John Shorter" userId="755fde98-7d6a-4e3f-b457-9c24d3102ced" providerId="ADAL" clId="{377FA0DE-FB91-4E46-B74D-BA302BF4986A}" dt="2025-01-24T12:26:48.369" v="0" actId="478"/>
          <ac:picMkLst>
            <pc:docMk/>
            <pc:sldMk cId="0" sldId="261"/>
            <ac:picMk id="90" creationId="{00000000-0000-0000-0000-000000000000}"/>
          </ac:picMkLst>
        </pc:picChg>
      </pc:sldChg>
      <pc:sldChg chg="addSp delSp modSp mod">
        <pc:chgData name="John Shorter" userId="755fde98-7d6a-4e3f-b457-9c24d3102ced" providerId="ADAL" clId="{377FA0DE-FB91-4E46-B74D-BA302BF4986A}" dt="2025-01-24T15:06:18.296" v="22" actId="122"/>
        <pc:sldMkLst>
          <pc:docMk/>
          <pc:sldMk cId="0" sldId="262"/>
        </pc:sldMkLst>
        <pc:spChg chg="mod">
          <ac:chgData name="John Shorter" userId="755fde98-7d6a-4e3f-b457-9c24d3102ced" providerId="ADAL" clId="{377FA0DE-FB91-4E46-B74D-BA302BF4986A}" dt="2025-01-24T15:06:18.296" v="22" actId="122"/>
          <ac:spMkLst>
            <pc:docMk/>
            <pc:sldMk cId="0" sldId="262"/>
            <ac:spMk id="95" creationId="{00000000-0000-0000-0000-000000000000}"/>
          </ac:spMkLst>
        </pc:spChg>
        <pc:picChg chg="add del mod">
          <ac:chgData name="John Shorter" userId="755fde98-7d6a-4e3f-b457-9c24d3102ced" providerId="ADAL" clId="{377FA0DE-FB91-4E46-B74D-BA302BF4986A}" dt="2025-01-24T15:05:30.379" v="10" actId="478"/>
          <ac:picMkLst>
            <pc:docMk/>
            <pc:sldMk cId="0" sldId="262"/>
            <ac:picMk id="3" creationId="{223DE2B6-5A22-F769-6D7A-9DBD634341F3}"/>
          </ac:picMkLst>
        </pc:picChg>
        <pc:picChg chg="add mod ord">
          <ac:chgData name="John Shorter" userId="755fde98-7d6a-4e3f-b457-9c24d3102ced" providerId="ADAL" clId="{377FA0DE-FB91-4E46-B74D-BA302BF4986A}" dt="2025-01-24T15:05:50.339" v="15" actId="167"/>
          <ac:picMkLst>
            <pc:docMk/>
            <pc:sldMk cId="0" sldId="262"/>
            <ac:picMk id="5" creationId="{78415A67-C932-E4E7-7A70-C74C1792EE9E}"/>
          </ac:picMkLst>
        </pc:picChg>
        <pc:picChg chg="del">
          <ac:chgData name="John Shorter" userId="755fde98-7d6a-4e3f-b457-9c24d3102ced" providerId="ADAL" clId="{377FA0DE-FB91-4E46-B74D-BA302BF4986A}" dt="2025-01-24T14:56:36.708" v="3" actId="478"/>
          <ac:picMkLst>
            <pc:docMk/>
            <pc:sldMk cId="0" sldId="262"/>
            <ac:picMk id="96" creationId="{00000000-0000-0000-0000-000000000000}"/>
          </ac:picMkLst>
        </pc:picChg>
        <pc:cxnChg chg="add mod">
          <ac:chgData name="John Shorter" userId="755fde98-7d6a-4e3f-b457-9c24d3102ced" providerId="ADAL" clId="{377FA0DE-FB91-4E46-B74D-BA302BF4986A}" dt="2025-01-24T15:06:12.545" v="21" actId="1076"/>
          <ac:cxnSpMkLst>
            <pc:docMk/>
            <pc:sldMk cId="0" sldId="262"/>
            <ac:cxnSpMk id="6" creationId="{D7D145F0-12B0-DAE8-FDE6-8889440EAEAF}"/>
          </ac:cxnSpMkLst>
        </pc:cxnChg>
        <pc:cxnChg chg="mod">
          <ac:chgData name="John Shorter" userId="755fde98-7d6a-4e3f-b457-9c24d3102ced" providerId="ADAL" clId="{377FA0DE-FB91-4E46-B74D-BA302BF4986A}" dt="2025-01-24T15:06:00.427" v="18" actId="1076"/>
          <ac:cxnSpMkLst>
            <pc:docMk/>
            <pc:sldMk cId="0" sldId="262"/>
            <ac:cxnSpMk id="97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36:50.884" v="27" actId="122"/>
        <pc:sldMkLst>
          <pc:docMk/>
          <pc:sldMk cId="0" sldId="263"/>
        </pc:sldMkLst>
        <pc:spChg chg="mod">
          <ac:chgData name="John Shorter" userId="755fde98-7d6a-4e3f-b457-9c24d3102ced" providerId="ADAL" clId="{377FA0DE-FB91-4E46-B74D-BA302BF4986A}" dt="2025-01-24T15:36:50.884" v="27" actId="122"/>
          <ac:spMkLst>
            <pc:docMk/>
            <pc:sldMk cId="0" sldId="263"/>
            <ac:spMk id="102" creationId="{00000000-0000-0000-0000-000000000000}"/>
          </ac:spMkLst>
        </pc:spChg>
        <pc:picChg chg="add mod">
          <ac:chgData name="John Shorter" userId="755fde98-7d6a-4e3f-b457-9c24d3102ced" providerId="ADAL" clId="{377FA0DE-FB91-4E46-B74D-BA302BF4986A}" dt="2025-01-24T15:36:48.243" v="26" actId="1076"/>
          <ac:picMkLst>
            <pc:docMk/>
            <pc:sldMk cId="0" sldId="263"/>
            <ac:picMk id="3" creationId="{8937638D-A6A3-40CC-C5F2-2C3E1C370B8C}"/>
          </ac:picMkLst>
        </pc:picChg>
        <pc:picChg chg="del">
          <ac:chgData name="John Shorter" userId="755fde98-7d6a-4e3f-b457-9c24d3102ced" providerId="ADAL" clId="{377FA0DE-FB91-4E46-B74D-BA302BF4986A}" dt="2025-01-24T15:35:37.250" v="23" actId="478"/>
          <ac:picMkLst>
            <pc:docMk/>
            <pc:sldMk cId="0" sldId="263"/>
            <ac:picMk id="103" creationId="{00000000-0000-0000-0000-000000000000}"/>
          </ac:picMkLst>
        </pc:picChg>
      </pc:sldChg>
      <pc:sldChg chg="addSp delSp modSp mod">
        <pc:chgData name="John Shorter" userId="755fde98-7d6a-4e3f-b457-9c24d3102ced" providerId="ADAL" clId="{377FA0DE-FB91-4E46-B74D-BA302BF4986A}" dt="2025-01-24T15:39:40.582" v="88" actId="1076"/>
        <pc:sldMkLst>
          <pc:docMk/>
          <pc:sldMk cId="0" sldId="264"/>
        </pc:sldMkLst>
        <pc:spChg chg="mod">
          <ac:chgData name="John Shorter" userId="755fde98-7d6a-4e3f-b457-9c24d3102ced" providerId="ADAL" clId="{377FA0DE-FB91-4E46-B74D-BA302BF4986A}" dt="2025-01-24T15:39:17.454" v="81" actId="122"/>
          <ac:spMkLst>
            <pc:docMk/>
            <pc:sldMk cId="0" sldId="264"/>
            <ac:spMk id="109" creationId="{00000000-0000-0000-0000-000000000000}"/>
          </ac:spMkLst>
        </pc:spChg>
        <pc:picChg chg="add mod ord">
          <ac:chgData name="John Shorter" userId="755fde98-7d6a-4e3f-b457-9c24d3102ced" providerId="ADAL" clId="{377FA0DE-FB91-4E46-B74D-BA302BF4986A}" dt="2025-01-24T15:39:23.611" v="83" actId="167"/>
          <ac:picMkLst>
            <pc:docMk/>
            <pc:sldMk cId="0" sldId="264"/>
            <ac:picMk id="3" creationId="{EEB3BB44-345B-8897-A304-BB331E95C092}"/>
          </ac:picMkLst>
        </pc:picChg>
        <pc:picChg chg="del">
          <ac:chgData name="John Shorter" userId="755fde98-7d6a-4e3f-b457-9c24d3102ced" providerId="ADAL" clId="{377FA0DE-FB91-4E46-B74D-BA302BF4986A}" dt="2025-01-24T15:36:56.083" v="28" actId="478"/>
          <ac:picMkLst>
            <pc:docMk/>
            <pc:sldMk cId="0" sldId="264"/>
            <ac:picMk id="110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39:35.399" v="86" actId="1076"/>
          <ac:cxnSpMkLst>
            <pc:docMk/>
            <pc:sldMk cId="0" sldId="264"/>
            <ac:cxnSpMk id="111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39:40.582" v="88" actId="1076"/>
          <ac:cxnSpMkLst>
            <pc:docMk/>
            <pc:sldMk cId="0" sldId="264"/>
            <ac:cxnSpMk id="112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39:38.485" v="87" actId="1076"/>
          <ac:cxnSpMkLst>
            <pc:docMk/>
            <pc:sldMk cId="0" sldId="264"/>
            <ac:cxnSpMk id="113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41:33.275" v="130" actId="122"/>
        <pc:sldMkLst>
          <pc:docMk/>
          <pc:sldMk cId="0" sldId="265"/>
        </pc:sldMkLst>
        <pc:spChg chg="mod">
          <ac:chgData name="John Shorter" userId="755fde98-7d6a-4e3f-b457-9c24d3102ced" providerId="ADAL" clId="{377FA0DE-FB91-4E46-B74D-BA302BF4986A}" dt="2025-01-24T15:41:33.275" v="130" actId="122"/>
          <ac:spMkLst>
            <pc:docMk/>
            <pc:sldMk cId="0" sldId="265"/>
            <ac:spMk id="118" creationId="{00000000-0000-0000-0000-000000000000}"/>
          </ac:spMkLst>
        </pc:spChg>
        <pc:spChg chg="del">
          <ac:chgData name="John Shorter" userId="755fde98-7d6a-4e3f-b457-9c24d3102ced" providerId="ADAL" clId="{377FA0DE-FB91-4E46-B74D-BA302BF4986A}" dt="2025-01-24T15:40:30.391" v="94" actId="478"/>
          <ac:spMkLst>
            <pc:docMk/>
            <pc:sldMk cId="0" sldId="265"/>
            <ac:spMk id="119" creationId="{00000000-0000-0000-0000-000000000000}"/>
          </ac:spMkLst>
        </pc:spChg>
        <pc:picChg chg="add mod ord">
          <ac:chgData name="John Shorter" userId="755fde98-7d6a-4e3f-b457-9c24d3102ced" providerId="ADAL" clId="{377FA0DE-FB91-4E46-B74D-BA302BF4986A}" dt="2025-01-24T15:40:23.918" v="92" actId="167"/>
          <ac:picMkLst>
            <pc:docMk/>
            <pc:sldMk cId="0" sldId="265"/>
            <ac:picMk id="3" creationId="{045A8AD1-500F-DCDD-1C58-1A2124FBF304}"/>
          </ac:picMkLst>
        </pc:picChg>
        <pc:picChg chg="del">
          <ac:chgData name="John Shorter" userId="755fde98-7d6a-4e3f-b457-9c24d3102ced" providerId="ADAL" clId="{377FA0DE-FB91-4E46-B74D-BA302BF4986A}" dt="2025-01-24T15:40:13.333" v="89" actId="478"/>
          <ac:picMkLst>
            <pc:docMk/>
            <pc:sldMk cId="0" sldId="265"/>
            <ac:picMk id="120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40:39.953" v="97" actId="1076"/>
          <ac:cxnSpMkLst>
            <pc:docMk/>
            <pc:sldMk cId="0" sldId="265"/>
            <ac:cxnSpMk id="121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40:43.788" v="98" actId="1076"/>
          <ac:cxnSpMkLst>
            <pc:docMk/>
            <pc:sldMk cId="0" sldId="265"/>
            <ac:cxnSpMk id="122" creationId="{00000000-0000-0000-0000-000000000000}"/>
          </ac:cxnSpMkLst>
        </pc:cxnChg>
      </pc:sldChg>
      <pc:sldChg chg="del">
        <pc:chgData name="John Shorter" userId="755fde98-7d6a-4e3f-b457-9c24d3102ced" providerId="ADAL" clId="{377FA0DE-FB91-4E46-B74D-BA302BF4986A}" dt="2025-01-24T15:40:59.001" v="99" actId="2696"/>
        <pc:sldMkLst>
          <pc:docMk/>
          <pc:sldMk cId="0" sldId="266"/>
        </pc:sldMkLst>
      </pc:sldChg>
      <pc:sldChg chg="addSp delSp modSp mod">
        <pc:chgData name="John Shorter" userId="755fde98-7d6a-4e3f-b457-9c24d3102ced" providerId="ADAL" clId="{377FA0DE-FB91-4E46-B74D-BA302BF4986A}" dt="2025-01-24T15:43:25.729" v="137" actId="6549"/>
        <pc:sldMkLst>
          <pc:docMk/>
          <pc:sldMk cId="0" sldId="267"/>
        </pc:sldMkLst>
        <pc:spChg chg="mod">
          <ac:chgData name="John Shorter" userId="755fde98-7d6a-4e3f-b457-9c24d3102ced" providerId="ADAL" clId="{377FA0DE-FB91-4E46-B74D-BA302BF4986A}" dt="2025-01-24T15:43:25.729" v="137" actId="6549"/>
          <ac:spMkLst>
            <pc:docMk/>
            <pc:sldMk cId="0" sldId="267"/>
            <ac:spMk id="135" creationId="{00000000-0000-0000-0000-000000000000}"/>
          </ac:spMkLst>
        </pc:spChg>
        <pc:picChg chg="add mod">
          <ac:chgData name="John Shorter" userId="755fde98-7d6a-4e3f-b457-9c24d3102ced" providerId="ADAL" clId="{377FA0DE-FB91-4E46-B74D-BA302BF4986A}" dt="2025-01-24T15:42:48.477" v="136" actId="1076"/>
          <ac:picMkLst>
            <pc:docMk/>
            <pc:sldMk cId="0" sldId="267"/>
            <ac:picMk id="3" creationId="{418B2A98-B1B9-5541-40AF-2BC0F7F6AAC7}"/>
          </ac:picMkLst>
        </pc:picChg>
        <pc:picChg chg="del">
          <ac:chgData name="John Shorter" userId="755fde98-7d6a-4e3f-b457-9c24d3102ced" providerId="ADAL" clId="{377FA0DE-FB91-4E46-B74D-BA302BF4986A}" dt="2025-01-24T15:42:34.418" v="131" actId="478"/>
          <ac:picMkLst>
            <pc:docMk/>
            <pc:sldMk cId="0" sldId="267"/>
            <ac:picMk id="136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42:45.326" v="135" actId="1076"/>
          <ac:cxnSpMkLst>
            <pc:docMk/>
            <pc:sldMk cId="0" sldId="267"/>
            <ac:cxnSpMk id="137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44:59.880" v="205" actId="1076"/>
        <pc:sldMkLst>
          <pc:docMk/>
          <pc:sldMk cId="0" sldId="268"/>
        </pc:sldMkLst>
        <pc:picChg chg="add mod">
          <ac:chgData name="John Shorter" userId="755fde98-7d6a-4e3f-b457-9c24d3102ced" providerId="ADAL" clId="{377FA0DE-FB91-4E46-B74D-BA302BF4986A}" dt="2025-01-24T15:44:51.479" v="202" actId="1076"/>
          <ac:picMkLst>
            <pc:docMk/>
            <pc:sldMk cId="0" sldId="268"/>
            <ac:picMk id="3" creationId="{D4E75577-E551-63AC-6CB7-3F4DF70E2A09}"/>
          </ac:picMkLst>
        </pc:picChg>
        <pc:picChg chg="del">
          <ac:chgData name="John Shorter" userId="755fde98-7d6a-4e3f-b457-9c24d3102ced" providerId="ADAL" clId="{377FA0DE-FB91-4E46-B74D-BA302BF4986A}" dt="2025-01-24T15:44:17.771" v="200" actId="478"/>
          <ac:picMkLst>
            <pc:docMk/>
            <pc:sldMk cId="0" sldId="268"/>
            <ac:picMk id="143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44:59.880" v="205" actId="1076"/>
          <ac:cxnSpMkLst>
            <pc:docMk/>
            <pc:sldMk cId="0" sldId="268"/>
            <ac:cxnSpMk id="144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46:09.721" v="214" actId="14100"/>
        <pc:sldMkLst>
          <pc:docMk/>
          <pc:sldMk cId="0" sldId="269"/>
        </pc:sldMkLst>
        <pc:picChg chg="add mod ord">
          <ac:chgData name="John Shorter" userId="755fde98-7d6a-4e3f-b457-9c24d3102ced" providerId="ADAL" clId="{377FA0DE-FB91-4E46-B74D-BA302BF4986A}" dt="2025-01-24T15:46:00.869" v="211" actId="1076"/>
          <ac:picMkLst>
            <pc:docMk/>
            <pc:sldMk cId="0" sldId="269"/>
            <ac:picMk id="3" creationId="{7AA8B693-4D65-81DF-C82F-439AD78EAF86}"/>
          </ac:picMkLst>
        </pc:picChg>
        <pc:picChg chg="del">
          <ac:chgData name="John Shorter" userId="755fde98-7d6a-4e3f-b457-9c24d3102ced" providerId="ADAL" clId="{377FA0DE-FB91-4E46-B74D-BA302BF4986A}" dt="2025-01-24T15:45:46.960" v="206" actId="478"/>
          <ac:picMkLst>
            <pc:docMk/>
            <pc:sldMk cId="0" sldId="269"/>
            <ac:picMk id="150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46:03.836" v="212" actId="14100"/>
          <ac:cxnSpMkLst>
            <pc:docMk/>
            <pc:sldMk cId="0" sldId="269"/>
            <ac:cxnSpMk id="151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46:09.721" v="214" actId="14100"/>
          <ac:cxnSpMkLst>
            <pc:docMk/>
            <pc:sldMk cId="0" sldId="269"/>
            <ac:cxnSpMk id="152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51:53.662" v="310" actId="478"/>
        <pc:sldMkLst>
          <pc:docMk/>
          <pc:sldMk cId="0" sldId="270"/>
        </pc:sldMkLst>
        <pc:spChg chg="mod">
          <ac:chgData name="John Shorter" userId="755fde98-7d6a-4e3f-b457-9c24d3102ced" providerId="ADAL" clId="{377FA0DE-FB91-4E46-B74D-BA302BF4986A}" dt="2025-01-24T15:51:51.218" v="309" actId="1076"/>
          <ac:spMkLst>
            <pc:docMk/>
            <pc:sldMk cId="0" sldId="270"/>
            <ac:spMk id="157" creationId="{00000000-0000-0000-0000-000000000000}"/>
          </ac:spMkLst>
        </pc:spChg>
        <pc:spChg chg="del">
          <ac:chgData name="John Shorter" userId="755fde98-7d6a-4e3f-b457-9c24d3102ced" providerId="ADAL" clId="{377FA0DE-FB91-4E46-B74D-BA302BF4986A}" dt="2025-01-24T15:51:53.662" v="310" actId="478"/>
          <ac:spMkLst>
            <pc:docMk/>
            <pc:sldMk cId="0" sldId="270"/>
            <ac:spMk id="158" creationId="{00000000-0000-0000-0000-000000000000}"/>
          </ac:spMkLst>
        </pc:spChg>
        <pc:picChg chg="add mod ord">
          <ac:chgData name="John Shorter" userId="755fde98-7d6a-4e3f-b457-9c24d3102ced" providerId="ADAL" clId="{377FA0DE-FB91-4E46-B74D-BA302BF4986A}" dt="2025-01-24T15:51:38.721" v="307" actId="167"/>
          <ac:picMkLst>
            <pc:docMk/>
            <pc:sldMk cId="0" sldId="270"/>
            <ac:picMk id="3" creationId="{A0FB648C-D6DE-1BCE-8487-321097EC7AF4}"/>
          </ac:picMkLst>
        </pc:picChg>
        <pc:picChg chg="del">
          <ac:chgData name="John Shorter" userId="755fde98-7d6a-4e3f-b457-9c24d3102ced" providerId="ADAL" clId="{377FA0DE-FB91-4E46-B74D-BA302BF4986A}" dt="2025-01-24T15:50:54.112" v="215" actId="478"/>
          <ac:picMkLst>
            <pc:docMk/>
            <pc:sldMk cId="0" sldId="270"/>
            <ac:picMk id="159" creationId="{00000000-0000-0000-0000-000000000000}"/>
          </ac:picMkLst>
        </pc:picChg>
        <pc:cxnChg chg="mod">
          <ac:chgData name="John Shorter" userId="755fde98-7d6a-4e3f-b457-9c24d3102ced" providerId="ADAL" clId="{377FA0DE-FB91-4E46-B74D-BA302BF4986A}" dt="2025-01-24T15:51:43.403" v="308" actId="1076"/>
          <ac:cxnSpMkLst>
            <pc:docMk/>
            <pc:sldMk cId="0" sldId="270"/>
            <ac:cxnSpMk id="160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53:49.211" v="335" actId="20577"/>
        <pc:sldMkLst>
          <pc:docMk/>
          <pc:sldMk cId="0" sldId="271"/>
        </pc:sldMkLst>
        <pc:spChg chg="mod">
          <ac:chgData name="John Shorter" userId="755fde98-7d6a-4e3f-b457-9c24d3102ced" providerId="ADAL" clId="{377FA0DE-FB91-4E46-B74D-BA302BF4986A}" dt="2025-01-24T15:53:49.211" v="335" actId="20577"/>
          <ac:spMkLst>
            <pc:docMk/>
            <pc:sldMk cId="0" sldId="271"/>
            <ac:spMk id="165" creationId="{00000000-0000-0000-0000-000000000000}"/>
          </ac:spMkLst>
        </pc:spChg>
        <pc:picChg chg="add mod ord">
          <ac:chgData name="John Shorter" userId="755fde98-7d6a-4e3f-b457-9c24d3102ced" providerId="ADAL" clId="{377FA0DE-FB91-4E46-B74D-BA302BF4986A}" dt="2025-01-24T15:53:19.380" v="316" actId="167"/>
          <ac:picMkLst>
            <pc:docMk/>
            <pc:sldMk cId="0" sldId="271"/>
            <ac:picMk id="3" creationId="{AE61EF81-9C7E-F0C1-769A-0A2C10980070}"/>
          </ac:picMkLst>
        </pc:picChg>
        <pc:picChg chg="del">
          <ac:chgData name="John Shorter" userId="755fde98-7d6a-4e3f-b457-9c24d3102ced" providerId="ADAL" clId="{377FA0DE-FB91-4E46-B74D-BA302BF4986A}" dt="2025-01-24T15:52:51.239" v="311" actId="478"/>
          <ac:picMkLst>
            <pc:docMk/>
            <pc:sldMk cId="0" sldId="271"/>
            <ac:picMk id="166" creationId="{00000000-0000-0000-0000-000000000000}"/>
          </ac:picMkLst>
        </pc:picChg>
        <pc:cxnChg chg="del">
          <ac:chgData name="John Shorter" userId="755fde98-7d6a-4e3f-b457-9c24d3102ced" providerId="ADAL" clId="{377FA0DE-FB91-4E46-B74D-BA302BF4986A}" dt="2025-01-24T15:53:29.994" v="319" actId="478"/>
          <ac:cxnSpMkLst>
            <pc:docMk/>
            <pc:sldMk cId="0" sldId="271"/>
            <ac:cxnSpMk id="167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53:27.321" v="318" actId="1076"/>
          <ac:cxnSpMkLst>
            <pc:docMk/>
            <pc:sldMk cId="0" sldId="271"/>
            <ac:cxnSpMk id="168" creationId="{00000000-0000-0000-0000-000000000000}"/>
          </ac:cxnSpMkLst>
        </pc:cxnChg>
        <pc:cxnChg chg="mod">
          <ac:chgData name="John Shorter" userId="755fde98-7d6a-4e3f-b457-9c24d3102ced" providerId="ADAL" clId="{377FA0DE-FB91-4E46-B74D-BA302BF4986A}" dt="2025-01-24T15:53:25.099" v="317" actId="1076"/>
          <ac:cxnSpMkLst>
            <pc:docMk/>
            <pc:sldMk cId="0" sldId="271"/>
            <ac:cxnSpMk id="169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5:55:06.418" v="373" actId="14100"/>
        <pc:sldMkLst>
          <pc:docMk/>
          <pc:sldMk cId="0" sldId="272"/>
        </pc:sldMkLst>
        <pc:spChg chg="mod">
          <ac:chgData name="John Shorter" userId="755fde98-7d6a-4e3f-b457-9c24d3102ced" providerId="ADAL" clId="{377FA0DE-FB91-4E46-B74D-BA302BF4986A}" dt="2025-01-24T15:54:32.988" v="359" actId="20577"/>
          <ac:spMkLst>
            <pc:docMk/>
            <pc:sldMk cId="0" sldId="272"/>
            <ac:spMk id="174" creationId="{00000000-0000-0000-0000-000000000000}"/>
          </ac:spMkLst>
        </pc:spChg>
        <pc:picChg chg="add mod">
          <ac:chgData name="John Shorter" userId="755fde98-7d6a-4e3f-b457-9c24d3102ced" providerId="ADAL" clId="{377FA0DE-FB91-4E46-B74D-BA302BF4986A}" dt="2025-01-24T15:54:46.807" v="366" actId="1076"/>
          <ac:picMkLst>
            <pc:docMk/>
            <pc:sldMk cId="0" sldId="272"/>
            <ac:picMk id="3" creationId="{9B95CE94-DE57-43B8-2C11-E8F5362C6EC1}"/>
          </ac:picMkLst>
        </pc:picChg>
        <pc:picChg chg="add mod ord">
          <ac:chgData name="John Shorter" userId="755fde98-7d6a-4e3f-b457-9c24d3102ced" providerId="ADAL" clId="{377FA0DE-FB91-4E46-B74D-BA302BF4986A}" dt="2025-01-24T15:54:52.731" v="368" actId="1076"/>
          <ac:picMkLst>
            <pc:docMk/>
            <pc:sldMk cId="0" sldId="272"/>
            <ac:picMk id="5" creationId="{E0E7B01E-3820-57CE-08BF-BE8FEEFE6B9F}"/>
          </ac:picMkLst>
        </pc:picChg>
        <pc:picChg chg="del">
          <ac:chgData name="John Shorter" userId="755fde98-7d6a-4e3f-b457-9c24d3102ced" providerId="ADAL" clId="{377FA0DE-FB91-4E46-B74D-BA302BF4986A}" dt="2025-01-24T15:53:54.767" v="336" actId="478"/>
          <ac:picMkLst>
            <pc:docMk/>
            <pc:sldMk cId="0" sldId="272"/>
            <ac:picMk id="175" creationId="{00000000-0000-0000-0000-000000000000}"/>
          </ac:picMkLst>
        </pc:picChg>
        <pc:cxnChg chg="add mod">
          <ac:chgData name="John Shorter" userId="755fde98-7d6a-4e3f-b457-9c24d3102ced" providerId="ADAL" clId="{377FA0DE-FB91-4E46-B74D-BA302BF4986A}" dt="2025-01-24T15:55:01.755" v="371" actId="14100"/>
          <ac:cxnSpMkLst>
            <pc:docMk/>
            <pc:sldMk cId="0" sldId="272"/>
            <ac:cxnSpMk id="6" creationId="{93692D25-BA1D-4900-2602-E163B1BA6B46}"/>
          </ac:cxnSpMkLst>
        </pc:cxnChg>
        <pc:cxnChg chg="mod">
          <ac:chgData name="John Shorter" userId="755fde98-7d6a-4e3f-b457-9c24d3102ced" providerId="ADAL" clId="{377FA0DE-FB91-4E46-B74D-BA302BF4986A}" dt="2025-01-24T15:55:06.418" v="373" actId="14100"/>
          <ac:cxnSpMkLst>
            <pc:docMk/>
            <pc:sldMk cId="0" sldId="272"/>
            <ac:cxnSpMk id="176" creationId="{00000000-0000-0000-0000-000000000000}"/>
          </ac:cxnSpMkLst>
        </pc:cxnChg>
      </pc:sldChg>
      <pc:sldChg chg="addSp delSp modSp mod">
        <pc:chgData name="John Shorter" userId="755fde98-7d6a-4e3f-b457-9c24d3102ced" providerId="ADAL" clId="{377FA0DE-FB91-4E46-B74D-BA302BF4986A}" dt="2025-01-24T16:01:02.397" v="696" actId="14100"/>
        <pc:sldMkLst>
          <pc:docMk/>
          <pc:sldMk cId="0" sldId="273"/>
        </pc:sldMkLst>
        <pc:spChg chg="mod">
          <ac:chgData name="John Shorter" userId="755fde98-7d6a-4e3f-b457-9c24d3102ced" providerId="ADAL" clId="{377FA0DE-FB91-4E46-B74D-BA302BF4986A}" dt="2025-01-24T16:01:02.397" v="696" actId="14100"/>
          <ac:spMkLst>
            <pc:docMk/>
            <pc:sldMk cId="0" sldId="273"/>
            <ac:spMk id="181" creationId="{00000000-0000-0000-0000-000000000000}"/>
          </ac:spMkLst>
        </pc:spChg>
        <pc:picChg chg="add mod ord">
          <ac:chgData name="John Shorter" userId="755fde98-7d6a-4e3f-b457-9c24d3102ced" providerId="ADAL" clId="{377FA0DE-FB91-4E46-B74D-BA302BF4986A}" dt="2025-01-24T16:00:14.634" v="643" actId="167"/>
          <ac:picMkLst>
            <pc:docMk/>
            <pc:sldMk cId="0" sldId="273"/>
            <ac:picMk id="3" creationId="{D24F9ABD-00AE-942C-D8EF-7A789E6291CB}"/>
          </ac:picMkLst>
        </pc:picChg>
        <pc:picChg chg="add mod ord">
          <ac:chgData name="John Shorter" userId="755fde98-7d6a-4e3f-b457-9c24d3102ced" providerId="ADAL" clId="{377FA0DE-FB91-4E46-B74D-BA302BF4986A}" dt="2025-01-24T16:00:31.942" v="648" actId="1076"/>
          <ac:picMkLst>
            <pc:docMk/>
            <pc:sldMk cId="0" sldId="273"/>
            <ac:picMk id="6" creationId="{16726096-7B54-CB6C-0D69-38A706627896}"/>
          </ac:picMkLst>
        </pc:picChg>
        <pc:picChg chg="add del">
          <ac:chgData name="John Shorter" userId="755fde98-7d6a-4e3f-b457-9c24d3102ced" providerId="ADAL" clId="{377FA0DE-FB91-4E46-B74D-BA302BF4986A}" dt="2025-01-24T15:59:23.688" v="629" actId="478"/>
          <ac:picMkLst>
            <pc:docMk/>
            <pc:sldMk cId="0" sldId="273"/>
            <ac:picMk id="182" creationId="{00000000-0000-0000-0000-000000000000}"/>
          </ac:picMkLst>
        </pc:picChg>
        <pc:cxnChg chg="add mod">
          <ac:chgData name="John Shorter" userId="755fde98-7d6a-4e3f-b457-9c24d3102ced" providerId="ADAL" clId="{377FA0DE-FB91-4E46-B74D-BA302BF4986A}" dt="2025-01-24T16:00:40.648" v="651" actId="14100"/>
          <ac:cxnSpMkLst>
            <pc:docMk/>
            <pc:sldMk cId="0" sldId="273"/>
            <ac:cxnSpMk id="8" creationId="{A12F646C-428A-9C55-3761-0F517B77351B}"/>
          </ac:cxnSpMkLst>
        </pc:cxnChg>
        <pc:cxnChg chg="mod">
          <ac:chgData name="John Shorter" userId="755fde98-7d6a-4e3f-b457-9c24d3102ced" providerId="ADAL" clId="{377FA0DE-FB91-4E46-B74D-BA302BF4986A}" dt="2025-01-24T16:00:18.063" v="644" actId="14100"/>
          <ac:cxnSpMkLst>
            <pc:docMk/>
            <pc:sldMk cId="0" sldId="273"/>
            <ac:cxnSpMk id="183" creationId="{00000000-0000-0000-0000-000000000000}"/>
          </ac:cxnSpMkLst>
        </pc:cxnChg>
      </pc:sldChg>
      <pc:sldChg chg="del">
        <pc:chgData name="John Shorter" userId="755fde98-7d6a-4e3f-b457-9c24d3102ced" providerId="ADAL" clId="{377FA0DE-FB91-4E46-B74D-BA302BF4986A}" dt="2025-01-24T16:04:19.410" v="891" actId="2696"/>
        <pc:sldMkLst>
          <pc:docMk/>
          <pc:sldMk cId="3575562825" sldId="275"/>
        </pc:sldMkLst>
      </pc:sldChg>
      <pc:sldChg chg="addSp delSp modSp new mod">
        <pc:chgData name="John Shorter" userId="755fde98-7d6a-4e3f-b457-9c24d3102ced" providerId="ADAL" clId="{377FA0DE-FB91-4E46-B74D-BA302BF4986A}" dt="2025-01-24T15:44:12.192" v="199" actId="1076"/>
        <pc:sldMkLst>
          <pc:docMk/>
          <pc:sldMk cId="1552901587" sldId="276"/>
        </pc:sldMkLst>
        <pc:spChg chg="mod">
          <ac:chgData name="John Shorter" userId="755fde98-7d6a-4e3f-b457-9c24d3102ced" providerId="ADAL" clId="{377FA0DE-FB91-4E46-B74D-BA302BF4986A}" dt="2025-01-24T15:43:56.812" v="196" actId="20577"/>
          <ac:spMkLst>
            <pc:docMk/>
            <pc:sldMk cId="1552901587" sldId="276"/>
            <ac:spMk id="2" creationId="{D948533C-D8C7-CA27-5C55-9560D06BA19A}"/>
          </ac:spMkLst>
        </pc:spChg>
        <pc:spChg chg="del">
          <ac:chgData name="John Shorter" userId="755fde98-7d6a-4e3f-b457-9c24d3102ced" providerId="ADAL" clId="{377FA0DE-FB91-4E46-B74D-BA302BF4986A}" dt="2025-01-24T15:43:32.994" v="139" actId="478"/>
          <ac:spMkLst>
            <pc:docMk/>
            <pc:sldMk cId="1552901587" sldId="276"/>
            <ac:spMk id="3" creationId="{6218012B-DA7E-5824-4CB7-253A406E3D80}"/>
          </ac:spMkLst>
        </pc:spChg>
        <pc:picChg chg="add mod">
          <ac:chgData name="John Shorter" userId="755fde98-7d6a-4e3f-b457-9c24d3102ced" providerId="ADAL" clId="{377FA0DE-FB91-4E46-B74D-BA302BF4986A}" dt="2025-01-24T15:43:38.234" v="142" actId="1076"/>
          <ac:picMkLst>
            <pc:docMk/>
            <pc:sldMk cId="1552901587" sldId="276"/>
            <ac:picMk id="5" creationId="{E0F2A79A-9F71-3A7C-844F-8D618EF3B90C}"/>
          </ac:picMkLst>
        </pc:picChg>
        <pc:cxnChg chg="add mod">
          <ac:chgData name="John Shorter" userId="755fde98-7d6a-4e3f-b457-9c24d3102ced" providerId="ADAL" clId="{377FA0DE-FB91-4E46-B74D-BA302BF4986A}" dt="2025-01-24T15:44:12.192" v="199" actId="1076"/>
          <ac:cxnSpMkLst>
            <pc:docMk/>
            <pc:sldMk cId="1552901587" sldId="276"/>
            <ac:cxnSpMk id="6" creationId="{2F256D43-AE05-5D95-6FEA-F10CA9B9B54F}"/>
          </ac:cxnSpMkLst>
        </pc:cxnChg>
      </pc:sldChg>
      <pc:sldChg chg="addSp delSp modSp new mod">
        <pc:chgData name="John Shorter" userId="755fde98-7d6a-4e3f-b457-9c24d3102ced" providerId="ADAL" clId="{377FA0DE-FB91-4E46-B74D-BA302BF4986A}" dt="2025-01-24T15:56:06.850" v="469" actId="478"/>
        <pc:sldMkLst>
          <pc:docMk/>
          <pc:sldMk cId="2449135060" sldId="277"/>
        </pc:sldMkLst>
        <pc:spChg chg="mod">
          <ac:chgData name="John Shorter" userId="755fde98-7d6a-4e3f-b457-9c24d3102ced" providerId="ADAL" clId="{377FA0DE-FB91-4E46-B74D-BA302BF4986A}" dt="2025-01-24T15:56:02.932" v="468" actId="20577"/>
          <ac:spMkLst>
            <pc:docMk/>
            <pc:sldMk cId="2449135060" sldId="277"/>
            <ac:spMk id="2" creationId="{87FBEF81-C4B0-D794-9C10-A1240A1F7F94}"/>
          </ac:spMkLst>
        </pc:spChg>
        <pc:spChg chg="del">
          <ac:chgData name="John Shorter" userId="755fde98-7d6a-4e3f-b457-9c24d3102ced" providerId="ADAL" clId="{377FA0DE-FB91-4E46-B74D-BA302BF4986A}" dt="2025-01-24T15:56:06.850" v="469" actId="478"/>
          <ac:spMkLst>
            <pc:docMk/>
            <pc:sldMk cId="2449135060" sldId="277"/>
            <ac:spMk id="3" creationId="{9A2BD85E-772D-2BAF-5397-293BDA435E9E}"/>
          </ac:spMkLst>
        </pc:spChg>
        <pc:picChg chg="add">
          <ac:chgData name="John Shorter" userId="755fde98-7d6a-4e3f-b457-9c24d3102ced" providerId="ADAL" clId="{377FA0DE-FB91-4E46-B74D-BA302BF4986A}" dt="2025-01-24T15:55:38.867" v="375" actId="22"/>
          <ac:picMkLst>
            <pc:docMk/>
            <pc:sldMk cId="2449135060" sldId="277"/>
            <ac:picMk id="5" creationId="{4807DC7A-14BC-F7F2-453B-E413CA31637B}"/>
          </ac:picMkLst>
        </pc:picChg>
      </pc:sldChg>
      <pc:sldChg chg="addSp modSp new mod">
        <pc:chgData name="John Shorter" userId="755fde98-7d6a-4e3f-b457-9c24d3102ced" providerId="ADAL" clId="{377FA0DE-FB91-4E46-B74D-BA302BF4986A}" dt="2025-01-24T15:57:15.136" v="525" actId="20577"/>
        <pc:sldMkLst>
          <pc:docMk/>
          <pc:sldMk cId="3334706753" sldId="278"/>
        </pc:sldMkLst>
        <pc:spChg chg="mod">
          <ac:chgData name="John Shorter" userId="755fde98-7d6a-4e3f-b457-9c24d3102ced" providerId="ADAL" clId="{377FA0DE-FB91-4E46-B74D-BA302BF4986A}" dt="2025-01-24T15:57:15.136" v="525" actId="20577"/>
          <ac:spMkLst>
            <pc:docMk/>
            <pc:sldMk cId="3334706753" sldId="278"/>
            <ac:spMk id="2" creationId="{F4B967B9-67DC-A6CB-1EB9-DF095342D304}"/>
          </ac:spMkLst>
        </pc:spChg>
        <pc:picChg chg="add mod">
          <ac:chgData name="John Shorter" userId="755fde98-7d6a-4e3f-b457-9c24d3102ced" providerId="ADAL" clId="{377FA0DE-FB91-4E46-B74D-BA302BF4986A}" dt="2025-01-24T15:57:03.305" v="475" actId="1076"/>
          <ac:picMkLst>
            <pc:docMk/>
            <pc:sldMk cId="3334706753" sldId="278"/>
            <ac:picMk id="5" creationId="{1349CB16-282E-590F-E573-11F67FD307F4}"/>
          </ac:picMkLst>
        </pc:picChg>
      </pc:sldChg>
      <pc:sldChg chg="addSp delSp modSp new mod">
        <pc:chgData name="John Shorter" userId="755fde98-7d6a-4e3f-b457-9c24d3102ced" providerId="ADAL" clId="{377FA0DE-FB91-4E46-B74D-BA302BF4986A}" dt="2025-01-24T16:04:03.633" v="890" actId="20577"/>
        <pc:sldMkLst>
          <pc:docMk/>
          <pc:sldMk cId="4041057210" sldId="279"/>
        </pc:sldMkLst>
        <pc:spChg chg="mod">
          <ac:chgData name="John Shorter" userId="755fde98-7d6a-4e3f-b457-9c24d3102ced" providerId="ADAL" clId="{377FA0DE-FB91-4E46-B74D-BA302BF4986A}" dt="2025-01-24T16:04:03.633" v="890" actId="20577"/>
          <ac:spMkLst>
            <pc:docMk/>
            <pc:sldMk cId="4041057210" sldId="279"/>
            <ac:spMk id="2" creationId="{801F4802-988C-404E-C261-879EFCD5C1CD}"/>
          </ac:spMkLst>
        </pc:spChg>
        <pc:spChg chg="del mod">
          <ac:chgData name="John Shorter" userId="755fde98-7d6a-4e3f-b457-9c24d3102ced" providerId="ADAL" clId="{377FA0DE-FB91-4E46-B74D-BA302BF4986A}" dt="2025-01-24T16:03:48.550" v="885" actId="478"/>
          <ac:spMkLst>
            <pc:docMk/>
            <pc:sldMk cId="4041057210" sldId="279"/>
            <ac:spMk id="3" creationId="{C2DC369C-B5CA-3225-71CD-3766ED5652F2}"/>
          </ac:spMkLst>
        </pc:spChg>
        <pc:picChg chg="add mod">
          <ac:chgData name="John Shorter" userId="755fde98-7d6a-4e3f-b457-9c24d3102ced" providerId="ADAL" clId="{377FA0DE-FB91-4E46-B74D-BA302BF4986A}" dt="2025-01-24T16:03:46.111" v="884" actId="1076"/>
          <ac:picMkLst>
            <pc:docMk/>
            <pc:sldMk cId="4041057210" sldId="279"/>
            <ac:picMk id="5" creationId="{428612DD-3E14-819D-87B3-CECDE3C398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cb3d3ef5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cb3d3ef5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cb3d3ef56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cb3d3ef56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cb3d3ef56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cb3d3ef56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cb3d3ef5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cb3d3ef5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cb3d3ef56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cb3d3ef56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cb3d3ef56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cb3d3ef56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b3d3ef56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b3d3ef56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cb3d3ef56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cb3d3ef56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b3d3ef56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cb3d3ef56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cb3d3ef56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cb3d3ef56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cb3d3ef56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cb3d3ef56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cb3d3ef56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cb3d3ef56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cb3d3ef56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cb3d3ef56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cb3d3ef56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cb3d3ef56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cb3d3ef56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cb3d3ef56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cb3d3ef56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cb3d3ef56a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cb3d3ef56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cb3d3ef56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sdu.dk/app/log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sdu.dk/tutorials/tutorial1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Navigating UCloud to access RStudio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834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few short slides to show step-by-step on how to use features of RUC’s HPC server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John Shorter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0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You will see this on your first time to </a:t>
            </a:r>
            <a:r>
              <a:rPr lang="en" sz="2120" u="sng">
                <a:solidFill>
                  <a:schemeClr val="hlink"/>
                </a:solidFill>
                <a:hlinkClick r:id="rId3"/>
              </a:rPr>
              <a:t>https://cloud.sdu.dk/app/login</a:t>
            </a:r>
            <a:br>
              <a:rPr lang="en" sz="2120"/>
            </a:br>
            <a:endParaRPr sz="212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493" y="1317549"/>
            <a:ext cx="706545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Click the green button and then search for Roskilde University</a:t>
            </a:r>
            <a:endParaRPr sz="232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00" y="1249499"/>
            <a:ext cx="7174776" cy="37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will need to sign in</a:t>
            </a:r>
            <a:endParaRPr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214" y="1152475"/>
            <a:ext cx="3937575" cy="405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Click OK</a:t>
            </a:r>
            <a:endParaRPr dirty="0"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300" y="1222350"/>
            <a:ext cx="4982975" cy="3637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7"/>
          <p:cNvCxnSpPr/>
          <p:nvPr/>
        </p:nvCxnSpPr>
        <p:spPr>
          <a:xfrm>
            <a:off x="1984775" y="3485475"/>
            <a:ext cx="847200" cy="133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should then be taken to the home page</a:t>
            </a:r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86CCF9-8966-DD87-39A2-96B83B9FA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648" y="1287770"/>
            <a:ext cx="3328704" cy="3145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415A67-C932-E4E7-7A70-C74C1792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131" y="1076736"/>
            <a:ext cx="4443469" cy="3933563"/>
          </a:xfrm>
          <a:prstGeom prst="rect">
            <a:avLst/>
          </a:prstGeom>
        </p:spPr>
      </p:pic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 the bottom left is your username for UCloud. </a:t>
            </a:r>
            <a:endParaRPr dirty="0"/>
          </a:p>
        </p:txBody>
      </p:sp>
      <p:cxnSp>
        <p:nvCxnSpPr>
          <p:cNvPr id="97" name="Google Shape;97;p19"/>
          <p:cNvCxnSpPr/>
          <p:nvPr/>
        </p:nvCxnSpPr>
        <p:spPr>
          <a:xfrm>
            <a:off x="2082370" y="4631875"/>
            <a:ext cx="847200" cy="133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Google Shape;97;p19">
            <a:extLst>
              <a:ext uri="{FF2B5EF4-FFF2-40B4-BE49-F238E27FC236}">
                <a16:creationId xmlns:a16="http://schemas.microsoft.com/office/drawing/2014/main" id="{D7D145F0-12B0-DAE8-FDE6-8889440EAEAF}"/>
              </a:ext>
            </a:extLst>
          </p:cNvPr>
          <p:cNvCxnSpPr>
            <a:cxnSpLocks/>
          </p:cNvCxnSpPr>
          <p:nvPr/>
        </p:nvCxnSpPr>
        <p:spPr>
          <a:xfrm flipH="1" flipV="1">
            <a:off x="4195465" y="4365623"/>
            <a:ext cx="473354" cy="33419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Click on Apps, then search for RStudio</a:t>
            </a:r>
            <a:endParaRPr dirty="0"/>
          </a:p>
        </p:txBody>
      </p:sp>
      <p:cxnSp>
        <p:nvCxnSpPr>
          <p:cNvPr id="104" name="Google Shape;104;p20"/>
          <p:cNvCxnSpPr/>
          <p:nvPr/>
        </p:nvCxnSpPr>
        <p:spPr>
          <a:xfrm>
            <a:off x="420625" y="2638325"/>
            <a:ext cx="847200" cy="133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937638D-A6A3-40CC-C5F2-2C3E1C370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25" y="1341746"/>
            <a:ext cx="5796240" cy="3356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B3BB44-345B-8897-A304-BB331E95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781" y="1130963"/>
            <a:ext cx="6858064" cy="3842424"/>
          </a:xfrm>
          <a:prstGeom prst="rect">
            <a:avLst/>
          </a:prstGeom>
        </p:spPr>
      </p:pic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87004" y="1936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select 4 options, the first 3 are Job name, Number of hours, and a machine type</a:t>
            </a:r>
            <a:endParaRPr dirty="0"/>
          </a:p>
        </p:txBody>
      </p:sp>
      <p:cxnSp>
        <p:nvCxnSpPr>
          <p:cNvPr id="111" name="Google Shape;111;p21"/>
          <p:cNvCxnSpPr>
            <a:cxnSpLocks/>
          </p:cNvCxnSpPr>
          <p:nvPr/>
        </p:nvCxnSpPr>
        <p:spPr>
          <a:xfrm>
            <a:off x="6282466" y="2019141"/>
            <a:ext cx="648600" cy="692984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21"/>
          <p:cNvCxnSpPr/>
          <p:nvPr/>
        </p:nvCxnSpPr>
        <p:spPr>
          <a:xfrm>
            <a:off x="433270" y="2724081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21"/>
          <p:cNvCxnSpPr/>
          <p:nvPr/>
        </p:nvCxnSpPr>
        <p:spPr>
          <a:xfrm>
            <a:off x="502212" y="3235055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5A8AD1-500F-DCDD-1C58-1A2124FBF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4" y="1307940"/>
            <a:ext cx="8208085" cy="2852919"/>
          </a:xfrm>
          <a:prstGeom prst="rect">
            <a:avLst/>
          </a:prstGeom>
        </p:spPr>
      </p:pic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4</a:t>
            </a:r>
            <a:r>
              <a:rPr lang="en" baseline="30000" dirty="0"/>
              <a:t>th</a:t>
            </a:r>
            <a:r>
              <a:rPr lang="en" dirty="0"/>
              <a:t> option is Add Folder and click Coursework</a:t>
            </a:r>
            <a:endParaRPr dirty="0"/>
          </a:p>
        </p:txBody>
      </p:sp>
      <p:cxnSp>
        <p:nvCxnSpPr>
          <p:cNvPr id="121" name="Google Shape;121;p22"/>
          <p:cNvCxnSpPr>
            <a:cxnSpLocks/>
          </p:cNvCxnSpPr>
          <p:nvPr/>
        </p:nvCxnSpPr>
        <p:spPr>
          <a:xfrm flipH="1">
            <a:off x="6348794" y="1439235"/>
            <a:ext cx="1299893" cy="38090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978943" y="2087128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are able to choose several folders, if you want to. </a:t>
            </a:r>
            <a:endParaRPr dirty="0"/>
          </a:p>
        </p:txBody>
      </p:sp>
      <p:cxnSp>
        <p:nvCxnSpPr>
          <p:cNvPr id="137" name="Google Shape;137;p24"/>
          <p:cNvCxnSpPr>
            <a:cxnSpLocks/>
          </p:cNvCxnSpPr>
          <p:nvPr/>
        </p:nvCxnSpPr>
        <p:spPr>
          <a:xfrm>
            <a:off x="7831567" y="1373955"/>
            <a:ext cx="290719" cy="757064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18B2A98-B1B9-5541-40AF-2BC0F7F6A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1019"/>
            <a:ext cx="9144000" cy="2428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533C-D8C7-CA27-5C55-9560D06B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Very the 4 items and then hit the green submit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2A79A-9F71-3A7C-844F-8D618EF3B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46293"/>
            <a:ext cx="8520601" cy="3897207"/>
          </a:xfrm>
          <a:prstGeom prst="rect">
            <a:avLst/>
          </a:prstGeom>
        </p:spPr>
      </p:pic>
      <p:cxnSp>
        <p:nvCxnSpPr>
          <p:cNvPr id="6" name="Google Shape;137;p24">
            <a:extLst>
              <a:ext uri="{FF2B5EF4-FFF2-40B4-BE49-F238E27FC236}">
                <a16:creationId xmlns:a16="http://schemas.microsoft.com/office/drawing/2014/main" id="{2F256D43-AE05-5D95-6FEA-F10CA9B9B54F}"/>
              </a:ext>
            </a:extLst>
          </p:cNvPr>
          <p:cNvCxnSpPr>
            <a:cxnSpLocks/>
          </p:cNvCxnSpPr>
          <p:nvPr/>
        </p:nvCxnSpPr>
        <p:spPr>
          <a:xfrm flipH="1">
            <a:off x="8122286" y="1017725"/>
            <a:ext cx="526862" cy="884726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5290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it runs, click Open Interface</a:t>
            </a:r>
            <a:endParaRPr/>
          </a:p>
        </p:txBody>
      </p:sp>
      <p:cxnSp>
        <p:nvCxnSpPr>
          <p:cNvPr id="144" name="Google Shape;144;p25"/>
          <p:cNvCxnSpPr>
            <a:cxnSpLocks/>
          </p:cNvCxnSpPr>
          <p:nvPr/>
        </p:nvCxnSpPr>
        <p:spPr>
          <a:xfrm>
            <a:off x="7239897" y="935770"/>
            <a:ext cx="337086" cy="77452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4E75577-E551-63AC-6CB7-3F4DF70E2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6875"/>
            <a:ext cx="9144000" cy="26372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8B693-4D65-81DF-C82F-439AD78EA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0" y="1631433"/>
            <a:ext cx="8694050" cy="2829922"/>
          </a:xfrm>
          <a:prstGeom prst="rect">
            <a:avLst/>
          </a:prstGeom>
        </p:spPr>
      </p:pic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now using RStudio. Click on the yellow folders to open a script, or to import a dataset</a:t>
            </a:r>
            <a:endParaRPr/>
          </a:p>
        </p:txBody>
      </p:sp>
      <p:cxnSp>
        <p:nvCxnSpPr>
          <p:cNvPr id="151" name="Google Shape;151;p26"/>
          <p:cNvCxnSpPr>
            <a:cxnSpLocks/>
          </p:cNvCxnSpPr>
          <p:nvPr/>
        </p:nvCxnSpPr>
        <p:spPr>
          <a:xfrm>
            <a:off x="311700" y="1452425"/>
            <a:ext cx="791875" cy="53685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6"/>
          <p:cNvCxnSpPr>
            <a:cxnSpLocks/>
          </p:cNvCxnSpPr>
          <p:nvPr/>
        </p:nvCxnSpPr>
        <p:spPr>
          <a:xfrm>
            <a:off x="5013064" y="1463329"/>
            <a:ext cx="299865" cy="87152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B648C-D6DE-1BCE-8487-321097EC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22" y="1337782"/>
            <a:ext cx="6291355" cy="3780612"/>
          </a:xfrm>
          <a:prstGeom prst="rect">
            <a:avLst/>
          </a:prstGeom>
        </p:spPr>
      </p:pic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419276" y="20077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Choose File -&gt; Save As, then the folder one directory above Data, bec</a:t>
            </a:r>
            <a:r>
              <a:rPr lang="en-US" dirty="0"/>
              <a:t>au</a:t>
            </a:r>
            <a:r>
              <a:rPr lang="en" dirty="0"/>
              <a:t>se you are forbidden to save over the class files</a:t>
            </a:r>
            <a:endParaRPr dirty="0"/>
          </a:p>
        </p:txBody>
      </p:sp>
      <p:cxnSp>
        <p:nvCxnSpPr>
          <p:cNvPr id="160" name="Google Shape;160;p27"/>
          <p:cNvCxnSpPr/>
          <p:nvPr/>
        </p:nvCxnSpPr>
        <p:spPr>
          <a:xfrm>
            <a:off x="2860819" y="2221034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61EF81-9C7E-F0C1-769A-0A2C1098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404" y="1601588"/>
            <a:ext cx="6276495" cy="3556155"/>
          </a:xfrm>
          <a:prstGeom prst="rect">
            <a:avLst/>
          </a:prstGeom>
        </p:spPr>
      </p:pic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download files saved in UCloud, choose go to the Files on the left side. Click on your name.  </a:t>
            </a:r>
            <a:endParaRPr dirty="0"/>
          </a:p>
        </p:txBody>
      </p:sp>
      <p:cxnSp>
        <p:nvCxnSpPr>
          <p:cNvPr id="168" name="Google Shape;168;p28"/>
          <p:cNvCxnSpPr/>
          <p:nvPr/>
        </p:nvCxnSpPr>
        <p:spPr>
          <a:xfrm>
            <a:off x="522824" y="2080426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28"/>
          <p:cNvCxnSpPr/>
          <p:nvPr/>
        </p:nvCxnSpPr>
        <p:spPr>
          <a:xfrm>
            <a:off x="1035954" y="2664289"/>
            <a:ext cx="11769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7B01E-3820-57CE-08BF-BE8FEEFE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72" y="1538885"/>
            <a:ext cx="5027508" cy="2842300"/>
          </a:xfrm>
          <a:prstGeom prst="rect">
            <a:avLst/>
          </a:prstGeom>
        </p:spPr>
      </p:pic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dirty="0"/>
              <a:t>Click on the jobs and then RStudio</a:t>
            </a:r>
            <a:endParaRPr sz="2420" dirty="0"/>
          </a:p>
        </p:txBody>
      </p:sp>
      <p:cxnSp>
        <p:nvCxnSpPr>
          <p:cNvPr id="176" name="Google Shape;176;p29"/>
          <p:cNvCxnSpPr>
            <a:cxnSpLocks/>
          </p:cNvCxnSpPr>
          <p:nvPr/>
        </p:nvCxnSpPr>
        <p:spPr>
          <a:xfrm flipV="1">
            <a:off x="4138730" y="3216536"/>
            <a:ext cx="691454" cy="1567388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B95CE94-DE57-43B8-2C11-E8F5362C6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20" y="1538885"/>
            <a:ext cx="3684600" cy="3046574"/>
          </a:xfrm>
          <a:prstGeom prst="rect">
            <a:avLst/>
          </a:prstGeom>
        </p:spPr>
      </p:pic>
      <p:cxnSp>
        <p:nvCxnSpPr>
          <p:cNvPr id="6" name="Google Shape;176;p29">
            <a:extLst>
              <a:ext uri="{FF2B5EF4-FFF2-40B4-BE49-F238E27FC236}">
                <a16:creationId xmlns:a16="http://schemas.microsoft.com/office/drawing/2014/main" id="{93692D25-BA1D-4900-2602-E163B1BA6B46}"/>
              </a:ext>
            </a:extLst>
          </p:cNvPr>
          <p:cNvCxnSpPr>
            <a:cxnSpLocks/>
          </p:cNvCxnSpPr>
          <p:nvPr/>
        </p:nvCxnSpPr>
        <p:spPr>
          <a:xfrm flipV="1">
            <a:off x="1020805" y="3818965"/>
            <a:ext cx="280870" cy="87951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EF81-C4B0-D794-9C10-A1240A1F7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Choose the name of the job your ran, using the very descriptive name you provided earlier!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7DC7A-14BC-F7F2-453B-E413CA316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0262"/>
            <a:ext cx="91440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35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967B9-67DC-A6CB-1EB9-DF095342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Right click on the file you want, and download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D0475-3FFC-B64F-ACB2-472DA5C4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9CB16-282E-590F-E573-11F67FD3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6" y="1408537"/>
            <a:ext cx="8520600" cy="341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06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F9ABD-00AE-942C-D8EF-7A789E629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87" y="1276696"/>
            <a:ext cx="8421913" cy="2112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726096-7B54-CB6C-0D69-38A706627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51" y="3638205"/>
            <a:ext cx="7594898" cy="1505295"/>
          </a:xfrm>
          <a:prstGeom prst="rect">
            <a:avLst/>
          </a:prstGeom>
        </p:spPr>
      </p:pic>
      <p:sp>
        <p:nvSpPr>
          <p:cNvPr id="181" name="Google Shape;181;p30"/>
          <p:cNvSpPr txBox="1">
            <a:spLocks noGrp="1"/>
          </p:cNvSpPr>
          <p:nvPr>
            <p:ph type="title"/>
          </p:nvPr>
        </p:nvSpPr>
        <p:spPr>
          <a:xfrm>
            <a:off x="247426" y="169753"/>
            <a:ext cx="8735209" cy="1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To upload a data file on U</a:t>
            </a:r>
            <a:r>
              <a:rPr lang="en-US" sz="2500" dirty="0"/>
              <a:t>c</a:t>
            </a:r>
            <a:r>
              <a:rPr lang="en" sz="2500" dirty="0"/>
              <a:t>loud, we will need to select your own personal work space, then press the Upload files button</a:t>
            </a:r>
            <a:endParaRPr sz="2500" dirty="0"/>
          </a:p>
        </p:txBody>
      </p:sp>
      <p:cxnSp>
        <p:nvCxnSpPr>
          <p:cNvPr id="183" name="Google Shape;183;p30"/>
          <p:cNvCxnSpPr>
            <a:cxnSpLocks/>
          </p:cNvCxnSpPr>
          <p:nvPr/>
        </p:nvCxnSpPr>
        <p:spPr>
          <a:xfrm flipH="1">
            <a:off x="8003689" y="991025"/>
            <a:ext cx="418223" cy="28567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183;p30">
            <a:extLst>
              <a:ext uri="{FF2B5EF4-FFF2-40B4-BE49-F238E27FC236}">
                <a16:creationId xmlns:a16="http://schemas.microsoft.com/office/drawing/2014/main" id="{A12F646C-428A-9C55-3761-0F517B77351B}"/>
              </a:ext>
            </a:extLst>
          </p:cNvPr>
          <p:cNvCxnSpPr>
            <a:cxnSpLocks/>
          </p:cNvCxnSpPr>
          <p:nvPr/>
        </p:nvCxnSpPr>
        <p:spPr>
          <a:xfrm>
            <a:off x="505609" y="4000294"/>
            <a:ext cx="1141365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4802-988C-404E-C261-879EFCD5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Remember, file you add here will be on “My Workspace” and not “Coursework”. You will need to select that folder when you start an R session to see your personal data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612DD-3E14-819D-87B3-CECDE3C39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519"/>
            <a:ext cx="9144000" cy="211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57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>
            <a:spLocks noGrp="1"/>
          </p:cNvSpPr>
          <p:nvPr>
            <p:ph type="title"/>
          </p:nvPr>
        </p:nvSpPr>
        <p:spPr>
          <a:xfrm>
            <a:off x="311700" y="117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https://docs.cloud.sdu.dk/tutorials/tutorial1.html</a:t>
            </a:r>
            <a:r>
              <a:rPr lang="en"/>
              <a:t> for more information on UCloud support and a User Guide.</a:t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125" y="1040400"/>
            <a:ext cx="7503750" cy="400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346</Words>
  <Application>Microsoft Office PowerPoint</Application>
  <PresentationFormat>On-screen Show (16:9)</PresentationFormat>
  <Paragraphs>25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Navigating UCloud to access RStudio</vt:lpstr>
      <vt:lpstr>You will see this on your first time to https://cloud.sdu.dk/app/login </vt:lpstr>
      <vt:lpstr>Click the green button and then search for Roskilde University</vt:lpstr>
      <vt:lpstr>You will need to sign in</vt:lpstr>
      <vt:lpstr>Click OK</vt:lpstr>
      <vt:lpstr>You should then be taken to the home page</vt:lpstr>
      <vt:lpstr>At the bottom left is your username for UCloud. </vt:lpstr>
      <vt:lpstr>Click on Apps, then search for RStudio</vt:lpstr>
      <vt:lpstr>We select 4 options, the first 3 are Job name, Number of hours, and a machine type</vt:lpstr>
      <vt:lpstr>The 4th option is Add Folder and click Coursework</vt:lpstr>
      <vt:lpstr>You are able to choose several folders, if you want to. </vt:lpstr>
      <vt:lpstr>Very the 4 items and then hit the green submit button</vt:lpstr>
      <vt:lpstr>Once it runs, click Open Interface</vt:lpstr>
      <vt:lpstr>You are now using RStudio. Click on the yellow folders to open a script, or to import a dataset</vt:lpstr>
      <vt:lpstr>Choose File -&gt; Save As, then the folder one directory above Data, because you are forbidden to save over the class files</vt:lpstr>
      <vt:lpstr>To download files saved in UCloud, choose go to the Files on the left side. Click on your name.  </vt:lpstr>
      <vt:lpstr>Click on the jobs and then RStudio</vt:lpstr>
      <vt:lpstr>Choose the name of the job your ran, using the very descriptive name you provided earlier!</vt:lpstr>
      <vt:lpstr>Right click on the file you want, and download it</vt:lpstr>
      <vt:lpstr>To upload a data file on Ucloud, we will need to select your own personal work space, then press the Upload files button</vt:lpstr>
      <vt:lpstr>Remember, file you add here will be on “My Workspace” and not “Coursework”. You will need to select that folder when you start an R session to see your personal data files.</vt:lpstr>
      <vt:lpstr>See https://docs.cloud.sdu.dk/tutorials/tutorial1.html for more information on UCloud support and a User Guide.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UCloud to access RStudio</dc:title>
  <cp:lastModifiedBy>John Shorter</cp:lastModifiedBy>
  <cp:revision>1</cp:revision>
  <dcterms:modified xsi:type="dcterms:W3CDTF">2025-01-24T16:05:04Z</dcterms:modified>
</cp:coreProperties>
</file>